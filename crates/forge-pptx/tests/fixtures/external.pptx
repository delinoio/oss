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First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Second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</c:v>
                </c:pt>
                <c:pt idx="1">
                  <c:v>25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External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143000"/>
            <a:ext cx="5588000" cy="7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72033"/>
                </a:solidFill>
                <a:latin typeface="Noto Sans KR"/>
                <ns0:extension xmlns:ns0="urn:forge-test" keep="yes"/>
              </a:rPr>
              <a:t>External text with preserved metadata</a:t>
            </a:r>
          </a:p>
        </p:txBody>
      </p:sp>
      <p:pic>
        <p:nvPicPr>
          <p:cNvPr id="4" name="Picture 3" descr="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2286000"/>
            <a:ext cx="2286000" cy="11430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175000" y="2286000"/>
          <a:ext cx="3556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333"/>
                <a:gridCol w="1185333"/>
                <a:gridCol w="1185334"/>
              </a:tblGrid>
              <a:tr h="762000">
                <a:tc gridSpan="3">
                  <a:txBody>
                    <a:bodyPr/>
                    <a:lstStyle/>
                    <a:p>
                      <a:r>
                        <a:t>Merged header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400">
                          <a:latin typeface="Noto Sans KR"/>
                        </a:rPr>
                        <a:t>Cell 1,0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Noto Sans KR"/>
                        </a:rPr>
                        <a:t>Cell 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Noto Sans KR"/>
                        </a:rPr>
                        <a:t>Cell 1,2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400">
                          <a:latin typeface="Noto Sans KR"/>
                        </a:rPr>
                        <a:t>Cell 2,0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Noto Sans KR"/>
                        </a:rPr>
                        <a:t>Cell 2,1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Noto Sans KR"/>
                        </a:rPr>
                        <a:t>Cell 2,2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239000" y="1651000"/>
          <a:ext cx="4191000" cy="330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508000" y="5207000"/>
            <a:ext cx="1524000" cy="889000"/>
            <a:chOff x="508000" y="5207000"/>
            <a:chExt cx="1524000" cy="889000"/>
          </a:xfrm>
        </p:grpSpPr>
        <p:sp>
          <p:nvSpPr>
            <p:cNvPr id="8" name="Hexagon 7"/>
            <p:cNvSpPr/>
            <p:nvPr/>
          </p:nvSpPr>
          <p:spPr>
            <a:xfrm>
              <a:off x="508000" y="5207000"/>
              <a:ext cx="1524000" cy="889000"/>
            </a:xfrm>
            <a:prstGeom prst="hexagon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" name="5-Point Star 8"/>
          <p:cNvSpPr/>
          <p:nvPr/>
        </p:nvSpPr>
        <p:spPr>
          <a:xfrm>
            <a:off x="9652000" y="5207000"/>
            <a:ext cx="1143000" cy="889000"/>
          </a:xfrm>
          <a:prstGeom prst="star5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