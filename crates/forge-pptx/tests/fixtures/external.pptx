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 rIns="0" tIns="0" bIns="0" wrap="square" anchor="t">
            <a:noAutofit/>
          </a:bodyPr>
          <a:lstStyle/>
          <a:p>
            <a:r>
              <a:t>External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143000"/>
            <a:ext cx="558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72033"/>
                </a:solidFill>
                <a:latin typeface="Noto Sans KR"/>
                <ns0:extension xmlns:ns0="urn:forge-test" keep="yes"/>
              </a:rPr>
              <a:t>External text with preserved metadata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286000"/>
            <a:ext cx="2286000" cy="1143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75000" y="2286000"/>
          <a:ext cx="355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333"/>
                <a:gridCol w="1185333"/>
                <a:gridCol w="1185334"/>
              </a:tblGrid>
              <a:tr h="762000">
                <a:tc gridSpan="3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1,2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Noto Sans KR"/>
                        </a:rPr>
                        <a:t>Cell 2,2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39000" y="1651000"/>
          <a:ext cx="4191000" cy="330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508000" y="5207000"/>
            <a:ext cx="1524000" cy="889000"/>
            <a:chOff x="508000" y="5207000"/>
            <a:chExt cx="1524000" cy="889000"/>
          </a:xfrm>
        </p:grpSpPr>
        <p:sp>
          <p:nvSpPr>
            <p:cNvPr id="8" name="Hexagon 7"/>
            <p:cNvSpPr/>
            <p:nvPr/>
          </p:nvSpPr>
          <p:spPr>
            <a:xfrm>
              <a:off x="508000" y="5207000"/>
              <a:ext cx="1524000" cy="889000"/>
            </a:xfrm>
            <a:prstGeom prst="hexag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5-Point Star 8"/>
          <p:cNvSpPr/>
          <p:nvPr/>
        </p:nvSpPr>
        <p:spPr>
          <a:xfrm>
            <a:off x="9652000" y="5207000"/>
            <a:ext cx="1143000" cy="8890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